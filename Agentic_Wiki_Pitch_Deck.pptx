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7200">
                <a:solidFill>
                  <a:srgbClr val="FDFDFD"/>
                </a:solidFill>
              </a:defRPr>
            </a:pPr>
            <a:r>
              <a:t>Agentic Wiki</a:t>
            </a:r>
          </a:p>
          <a:p>
            <a:pPr algn="l">
              <a:defRPr sz="2400">
                <a:solidFill>
                  <a:srgbClr val="8B9C8B"/>
                </a:solidFill>
              </a:defRPr>
            </a:pPr>
            <a:r>
              <a:t>ZERO-DISTANCE KNOWLEDGE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1A1A1A"/>
                </a:solidFill>
              </a:defRPr>
            </a:pPr>
            <a:r>
              <a:t>The Knowledge Decay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A1A1A"/>
                </a:solidFill>
              </a:defRPr>
            </a:pPr>
            <a:r>
              <a:t>• Manual documentation is expensive and dies quickly.</a:t>
            </a:r>
          </a:p>
          <a:p>
            <a:pPr>
              <a:spcAft>
                <a:spcPts val="2000"/>
              </a:spcAft>
              <a:defRPr sz="2400">
                <a:solidFill>
                  <a:srgbClr val="1A1A1A"/>
                </a:solidFill>
              </a:defRPr>
            </a:pPr>
            <a:r>
              <a:t>• Human intent (Vibes) is lost in the noise.</a:t>
            </a:r>
          </a:p>
          <a:p>
            <a:pPr>
              <a:spcAft>
                <a:spcPts val="2000"/>
              </a:spcAft>
              <a:defRPr sz="2400">
                <a:solidFill>
                  <a:srgbClr val="1A1A1A"/>
                </a:solidFill>
              </a:defRPr>
            </a:pPr>
            <a:r>
              <a:t>• Knowledge siloes are the biggest tax on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FDFDFD"/>
                </a:solidFill>
              </a:defRPr>
            </a:pPr>
            <a:r>
              <a:t>The Autonomous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800" b="1">
                <a:solidFill>
                  <a:srgbClr val="FDFDFD"/>
                </a:solidFill>
              </a:defRPr>
            </a:pPr>
            <a:r>
              <a:t>→ Raw Ingest (Vibe Capturing)</a:t>
            </a:r>
          </a:p>
          <a:p>
            <a:pPr>
              <a:spcAft>
                <a:spcPts val="1500"/>
              </a:spcAft>
              <a:defRPr sz="2800" b="1">
                <a:solidFill>
                  <a:srgbClr val="FDFDFD"/>
                </a:solidFill>
              </a:defRPr>
            </a:pPr>
            <a:r>
              <a:t>→ Deterministic Synthesis</a:t>
            </a:r>
          </a:p>
          <a:p>
            <a:pPr>
              <a:spcAft>
                <a:spcPts val="1500"/>
              </a:spcAft>
              <a:defRPr sz="2800" b="1">
                <a:solidFill>
                  <a:srgbClr val="FDFDFD"/>
                </a:solidFill>
              </a:defRPr>
            </a:pPr>
            <a:r>
              <a:t>→ Knowledge Compounding (Semantic Graph)</a:t>
            </a:r>
          </a:p>
          <a:p>
            <a:pPr>
              <a:spcAft>
                <a:spcPts val="1500"/>
              </a:spcAft>
              <a:defRPr sz="2800" b="1">
                <a:solidFill>
                  <a:srgbClr val="FDFDFD"/>
                </a:solidFill>
              </a:defRPr>
            </a:pPr>
            <a:r>
              <a:t>→ Hybrid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1A1A1A"/>
                </a:solidFill>
              </a:defRPr>
            </a:pPr>
            <a:r>
              <a:t>Revenue: Knowledge Computation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Price/Seat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Metric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Starter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 Nodes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$29/mo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 Sync + Map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On-Premise SLM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27432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000" b="1">
                <a:solidFill>
                  <a:srgbClr val="8B9C8B"/>
                </a:solidFill>
              </a:defRPr>
            </a:pPr>
            <a:r>
              <a:t>JOIN THE ERA OF VIBE CODING.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