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LLM-Wiki: Global Knowledge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개인 전문가를 위한 지능형 지식 통합 솔루션</a:t>
            </a:r>
          </a:p>
          <a:p>
            <a:r>
              <a:t>사용 매뉴얼 v1.1 (Updated Path)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 (Table of Contents)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시스템 개요 및 핵심 가치</a:t>
            </a:r>
          </a:p>
          <a:p>
            <a:pPr/>
            <a:r>
              <a:t>2. 전역 인프라 (~/.LLM-Wiki)</a:t>
            </a:r>
          </a:p>
          <a:p>
            <a:pPr/>
            <a:r>
              <a:t>3. CLI 명령어 (llm-wiki)</a:t>
            </a:r>
          </a:p>
          <a:p>
            <a:pPr/>
            <a:r>
              <a:t>4. 통합 지능형 UI 인터페이스</a:t>
            </a:r>
          </a:p>
          <a:p>
            <a:pPr/>
            <a:r>
              <a:t>5. 멀티 워크스페이스 작업 흐름</a:t>
            </a:r>
          </a:p>
          <a:p>
            <a:pPr/>
            <a:r>
              <a:t>6. 고급 설정 및 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시스템 개요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파편화된 로컬 개발 환경의 지식을 하나로 통합</a:t>
            </a:r>
          </a:p>
          <a:p>
            <a:pPr/>
            <a:r>
              <a:t>중앙 저장소(~/.LLM-Wiki) 중심의 영구 지식 축적</a:t>
            </a:r>
          </a:p>
          <a:p>
            <a:pPr/>
            <a:r>
              <a:t>시맨틱 검색 엔진(qmd)을 통한 맥락 기반 지식 소환</a:t>
            </a:r>
          </a:p>
          <a:p>
            <a:pPr/>
            <a:r>
              <a:t>AI 에이전트와 협업하여 스스로 성장하는 지식 베이스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전역 아키텍처 (Architecture)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중앙 엔진: ~/.LLM-Wiki 폴더 트리에 모든 인덱스 집중</a:t>
            </a:r>
          </a:p>
          <a:p>
            <a:pPr/>
            <a:r>
              <a:t>분산 워크스페이스: /Users/daniel/dev 아래의 개별 프로젝트 연동</a:t>
            </a:r>
          </a:p>
          <a:p>
            <a:pPr/>
            <a:r>
              <a:t>데이터 링크: Symlink 기술을 이용한 보안 준수 및 성능 최적화</a:t>
            </a:r>
          </a:p>
          <a:p>
            <a:pPr/>
            <a:r>
              <a:t>인덱싱: qmd 엔진을 통한 하이브리드(Vector+BM25) 검색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CLI 명령어 가이드 (CLI Mastery)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llm-wiki track .: 현재 프로젝트를 즉시 지식 허브에 편입</a:t>
            </a:r>
          </a:p>
          <a:p>
            <a:pPr/>
            <a:r>
              <a:t>llm-wiki sync: 모든 워크스페이스의 변화를 감지하고 인덱스 동기화</a:t>
            </a:r>
          </a:p>
          <a:p>
            <a:pPr/>
            <a:r>
              <a:t>명령어 단일화: 복잡한 쉘 명령을 llm-wiki 명령 하나로 통합</a:t>
            </a:r>
          </a:p>
          <a:p>
            <a:pPr/>
            <a:r>
              <a:t>전역 실행: 터미널 어디에서나 실행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통합 UI 인터페이스 (Integration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Workspace Switcher: 프로젝트 필터링 및 전체 에코시스템 조망</a:t>
            </a:r>
          </a:p>
          <a:p>
            <a:pPr/>
            <a:r>
              <a:t>Global Search (Cmd+K): 모든 프로젝트를 가로지르는 시맨틱 검색</a:t>
            </a:r>
          </a:p>
          <a:p>
            <a:pPr/>
            <a:r>
              <a:t>Intelligence Hub: Analysis, Graph, Presentation 3중 모드 지원</a:t>
            </a:r>
          </a:p>
          <a:p>
            <a:pPr/>
            <a:r>
              <a:t>Port 10000: 충돌 없는 안정적인 로컬 호스팅 서비스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문의 및 지원: gstack-team@example.com</a:t>
            </a:r>
          </a:p>
          <a:p>
            <a:pPr/>
            <a:r>
              <a:t>상세 문서: LLM_WIKI_USER_MANUAL.md 참조</a:t>
            </a:r>
          </a:p>
          <a:p>
            <a:pPr/>
            <a:r>
              <a:t>지식은 연결될 때 비로소 지능이 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