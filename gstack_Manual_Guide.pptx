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gstack Enterprise Agentic SDK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지능형 자동화와 에이전틱 코딩의 표준 기술 매뉴얼</a:t>
            </a:r>
          </a:p>
          <a:p>
            <a:r>
              <a:t>v1.0.2 | Technical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01. gstack 개요 및 철학 (Ethos)</a:t>
            </a:r>
          </a:p>
          <a:p>
            <a:pPr/>
            <a:r>
              <a:t>02. 아키텍처 및 보안 (Security First)</a:t>
            </a:r>
          </a:p>
          <a:p>
            <a:pPr/>
            <a:r>
              <a:t>03. 코어 스킬셋 및 워크플로우 (Lifecycle)</a:t>
            </a:r>
          </a:p>
          <a:p>
            <a:pPr/>
            <a:r>
              <a:t>04. 데이터 및 문서 자동화 (Structured Assets)</a:t>
            </a:r>
          </a:p>
          <a:p>
            <a:pPr/>
            <a:r>
              <a:t>05. 엔터프라이즈 거버넌스 및 확장 (Audit/MCP)</a:t>
            </a:r>
          </a:p>
          <a:p>
            <a:pPr/>
            <a:r>
              <a:t>06. 실전 케이스 스터디 및 모범 사례 (Best Practices)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01. gstack Core Philosophy (Ethos)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Boil the Lake: AI 시대의 생산성을 반영한 100% 완결성 추구</a:t>
            </a:r>
          </a:p>
          <a:p>
            <a:pPr lvl="1"/>
            <a:r>
              <a:t>부분 해결이 아닌, 끝까지 파고드는 기술적 집요함</a:t>
            </a:r>
          </a:p>
          <a:p>
            <a:pPr/>
            <a:r>
              <a:t>Search Before Building: 지식의 계층화와 중복 제거</a:t>
            </a:r>
          </a:p>
          <a:p>
            <a:pPr lvl="1"/>
            <a:r>
              <a:t>Standard -&gt; Popular -&gt; First Principles 기반의 의사결정</a:t>
            </a:r>
          </a:p>
          <a:p>
            <a:pPr/>
            <a:r>
              <a:t>AI Effort Compression: 불필요한 컨텍스트 낭비 없는 핵심 정보 집중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02. gstack 7-Step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Think: 문제의 본질(Pain Point) 파악</a:t>
            </a:r>
          </a:p>
          <a:p>
            <a:pPr/>
            <a:r>
              <a:t>2. Plan: 정교한 implementation_plan.md 수립</a:t>
            </a:r>
          </a:p>
          <a:p>
            <a:pPr/>
            <a:r>
              <a:t>3. Build: Bun/TypeScript 기반의 고성능 구현</a:t>
            </a:r>
          </a:p>
          <a:p>
            <a:pPr/>
            <a:r>
              <a:t>4. Review: Staff Engineer 레벨의 코드 감사</a:t>
            </a:r>
          </a:p>
          <a:p>
            <a:pPr/>
            <a:r>
              <a:t>5. Test: Vitest 및 Playwright 기반의 자동 QA</a:t>
            </a:r>
          </a:p>
          <a:p>
            <a:pPr/>
            <a:r>
              <a:t>6. Ship: 원자적 커밋 및 CI/CD 배송</a:t>
            </a:r>
          </a:p>
          <a:p>
            <a:pPr/>
            <a:r>
              <a:t>7. Reflect: 운영 학습 및 실무 노하우 기록 (Learn)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03. Infrastructure: Browser Daemon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Browser Daemon ($B): 100ms 응답성을 위한 상주형 데몬</a:t>
            </a:r>
          </a:p>
          <a:p>
            <a:pPr lvl="1"/>
            <a:r>
              <a:t>세션 쿠키, 탭, 로그인 상태의 영구 유지</a:t>
            </a:r>
          </a:p>
          <a:p>
            <a:pPr/>
            <a:r>
              <a:t>병렬 워크스페이스 지원: 10,000~60,000 포트 임의 할당</a:t>
            </a:r>
          </a:p>
          <a:p>
            <a:pPr/>
            <a:r>
              <a:t>Localhost Bound: 127.0.0.1 바인딩 및 Bearer Token 인증 강제</a:t>
            </a:r>
          </a:p>
          <a:p>
            <a:pPr/>
            <a:r>
              <a:t>Single Binary: Bun Build를 통한 간편한 배포 및 실행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04. Enterprise Security: Air-Gapped SLM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Zero-Trust Architecture: 로컬 전용 추론 및 데이터 소유권 보장</a:t>
            </a:r>
          </a:p>
          <a:p>
            <a:pPr/>
            <a:r>
              <a:t>On-Premise 최적화: 외부 대형 모델(LLM) 의존성 최소화</a:t>
            </a:r>
          </a:p>
          <a:p>
            <a:pPr/>
            <a:r>
              <a:t>Egress Control: 외부 데이터 유출을 원천 차단하는 보안 가시화</a:t>
            </a:r>
          </a:p>
          <a:p>
            <a:pPr/>
            <a:r>
              <a:t>CSO Auditor 모드: OWASP Top 10 + STRIDE 위협 모델링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05. Engineering Standards &amp;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Primary Runtime: Bun (Native SQLite/TypeScript 지원)</a:t>
            </a:r>
          </a:p>
          <a:p>
            <a:pPr/>
            <a:r>
              <a:t>Test Framework: Vitest (Unit) / Playwright (E2E)</a:t>
            </a:r>
          </a:p>
          <a:p>
            <a:pPr/>
            <a:r>
              <a:t>Strict Type Safety: 'any' 사용 금지 및 기술적 명확성 유지</a:t>
            </a:r>
          </a:p>
          <a:p>
            <a:pPr/>
            <a:r>
              <a:t>Atomic Commits: 한 커밋당 하나의 완전한 논리적 생각(Thought) 반영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06. Planning: CEO/Founder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Product Thinking: 10-star 가치를 전달하는 제품 기획</a:t>
            </a:r>
          </a:p>
          <a:p>
            <a:pPr/>
            <a:r>
              <a:t>Scope Management: 전략적 확장 및 필수 요소 압축</a:t>
            </a:r>
          </a:p>
          <a:p>
            <a:pPr/>
            <a:r>
              <a:t>Business Alignment: 타겟 사용자 페르소나 및 시장 적합성 검토</a:t>
            </a:r>
          </a:p>
          <a:p>
            <a:pPr/>
            <a:r>
              <a:t>Skill: plan-ceo-review (Interactive Plan Audit)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07. Planning: Engineering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Architecture First: 데이터 흐름, 다이어그램, 에지 케이스 사전 정의</a:t>
            </a:r>
          </a:p>
          <a:p>
            <a:pPr/>
            <a:r>
              <a:t>Performance Design: 지연 시간 최소화 및 확장성 고려</a:t>
            </a:r>
          </a:p>
          <a:p>
            <a:pPr/>
            <a:r>
              <a:t>Test Strategy: 유닛 테스트부터 통합 테스트까지의 커버리지 설계</a:t>
            </a:r>
          </a:p>
          <a:p>
            <a:pPr/>
            <a:r>
              <a:t>Skill: plan-eng-review (Tech Stack &amp; Security Lock-in)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08. Planning: Design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Visual Excellence: 프리미엄 다크 모드, 글래스모피즘, 동적 애니메이션</a:t>
            </a:r>
          </a:p>
          <a:p>
            <a:pPr/>
            <a:r>
              <a:t>Design System: 일관된 컬러 팔레트, 타이포그래피, 간격 규칙 수립</a:t>
            </a:r>
          </a:p>
          <a:p>
            <a:pPr/>
            <a:r>
              <a:t>AI Slop 제거: 제너릭한 UI를 지양하고 창의적/미학적 인터페이스 구현</a:t>
            </a:r>
          </a:p>
          <a:p>
            <a:pPr/>
            <a:r>
              <a:t>Skill: plan-design-review (High-Fidelity Mockup Audit)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09. Building: Frontend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design-html: Mockup을 실제 프로덕션 레벨의 HTML/CSS로 전환</a:t>
            </a:r>
          </a:p>
          <a:p>
            <a:pPr/>
            <a:r>
              <a:t>Zero Dependency: 30KB 미만의 오버헤드를 가진 경량/고성능 코드</a:t>
            </a:r>
          </a:p>
          <a:p>
            <a:pPr/>
            <a:r>
              <a:t>Smart API Routing: Pretext 패턴 기반의 최적 인터페이스 라우팅</a:t>
            </a:r>
          </a:p>
          <a:p>
            <a:pPr/>
            <a:r>
              <a:t>Responsive Layout: 모바일-데스크탑 하이브리드 지원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Building: AI Logic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Claude API &amp; Agent SDK: 지능형 자율 행동을 위한 SDK 연동</a:t>
            </a:r>
          </a:p>
          <a:p>
            <a:pPr/>
            <a:r>
              <a:t>MCP Builder: 외부 서비스 연동을 위한 Model Context Protocol 구축</a:t>
            </a:r>
          </a:p>
          <a:p>
            <a:pPr/>
            <a:r>
              <a:t>Agentic Wiki Sync: 위키 지식을 기반으로 한 RAG/컴파운딩 로직</a:t>
            </a:r>
          </a:p>
          <a:p>
            <a:pPr/>
            <a:r>
              <a:t>Skill: claude-api, mcp-builder, web-artifacts-builder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Quality Assurance: Systemic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QA Tiers: Quick(Critical), Standard(Medium), Exhaustive(Full Audit)</a:t>
            </a:r>
          </a:p>
          <a:p>
            <a:pPr/>
            <a:r>
              <a:t>Bug Repro: Playwright 기반의 버그 재현 및 자동 픽스 루프</a:t>
            </a:r>
          </a:p>
          <a:p>
            <a:pPr/>
            <a:r>
              <a:t>Fix Evidence: 수정 전/후 스크린샷 및 상태 비교 리포트 제공</a:t>
            </a:r>
          </a:p>
          <a:p>
            <a:pPr/>
            <a:r>
              <a:t>Skill: qa (Test-Fix-Verify Loop)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Browser &amp; Site Dogfooding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Headless Browse: JS 실행, 인증(Cookie), 폼 처리 지원</a:t>
            </a:r>
          </a:p>
          <a:p>
            <a:pPr/>
            <a:r>
              <a:t>Gstack Browser Extension: AI 전용 사이드바가 포함된 실시간 모니터링</a:t>
            </a:r>
          </a:p>
          <a:p>
            <a:pPr/>
            <a:r>
              <a:t>Accessibility Audit: 장애물 없는 인터페이스 및 웹 표준 준수 확인</a:t>
            </a:r>
          </a:p>
          <a:p>
            <a:pPr/>
            <a:r>
              <a:t>Skill: browse, setup-browser-cookies, open-gstack-browser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Deployment: The Ship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Atomic Delivery: 테스트-리뷰-배포가 하나로 묶인 원스톱 배송</a:t>
            </a:r>
          </a:p>
          <a:p>
            <a:pPr/>
            <a:r>
              <a:t>Base Branch Sync: 최신 코드 동기화 및 충돌 방지 로직</a:t>
            </a:r>
          </a:p>
          <a:p>
            <a:pPr/>
            <a:r>
              <a:t>Version Control: 자동 버전 범프 및 CHANGELOG 업데이트</a:t>
            </a:r>
          </a:p>
          <a:p>
            <a:pPr/>
            <a:r>
              <a:t>Skill: ship (PR Creation &amp; Release Automation)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Monitoring: Performance &amp; Canary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Benchmark: Core Web Vitals 및 페이지 로딩 성능 추적</a:t>
            </a:r>
          </a:p>
          <a:p>
            <a:pPr/>
            <a:r>
              <a:t>Canary: 배포 후 실시간 콘솔 오류 및 상태 이상 감지</a:t>
            </a:r>
          </a:p>
          <a:p>
            <a:pPr/>
            <a:r>
              <a:t>Health Dashboard: 코드 품질 및 시스템 안정성 점수화(0-10)</a:t>
            </a:r>
          </a:p>
          <a:p>
            <a:pPr/>
            <a:r>
              <a:t>Skill: benchmark, canary, health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Data Assets: Excel &amp; Docs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XLSX Automation: 대용량 데이터 정제, 수식 계산, 차트 자동 생성</a:t>
            </a:r>
          </a:p>
          <a:p>
            <a:pPr/>
            <a:r>
              <a:t>DOCX/PDF Reporting: 고품질 기술 문서 및 가이드북 자동 레이아웃</a:t>
            </a:r>
          </a:p>
          <a:p>
            <a:pPr/>
            <a:r>
              <a:t>Data Analyst Expert: Causal Inference 기반의 비즈니스 인사이트 도출</a:t>
            </a:r>
          </a:p>
          <a:p>
            <a:pPr/>
            <a:r>
              <a:t>Skill: xlsx, docx, pdf, senior-data-analyst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Presentation: Automated PPTX Decks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PPTX Skill: 피치 데크, 보고용 장표, 매뉴얼의 자동 생성</a:t>
            </a:r>
          </a:p>
          <a:p>
            <a:pPr/>
            <a:r>
              <a:t>Slide Layout Intelligence: 텍스트 밀도와 시각 요소의 최적 배치</a:t>
            </a:r>
          </a:p>
          <a:p>
            <a:pPr/>
            <a:r>
              <a:t>Theme Factory: 10가지 프리셋 테마 기반의 자동 스타일링</a:t>
            </a:r>
          </a:p>
          <a:p>
            <a:pPr/>
            <a:r>
              <a:t>Skill: pptx, theme-factory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Knowledge: NotebookLM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Source Grounding: 사용자 보유 지식을 기반으로 한 환각(Hallucination) 제로</a:t>
            </a:r>
          </a:p>
          <a:p>
            <a:pPr/>
            <a:r>
              <a:t>Research Partner: 수만 단어의 문서를 읽고 전문적 대화 및 가이드 생성</a:t>
            </a:r>
          </a:p>
          <a:p>
            <a:pPr/>
            <a:r>
              <a:t>Context Management: 세션 기반의 깊이 있는 연구 파트너십</a:t>
            </a:r>
          </a:p>
          <a:p>
            <a:pPr/>
            <a:r>
              <a:t>Skill: mcp-notebooklm (ask_question, list_notebooks)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Knowledge: Agentic Wiki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Vibe Ingest: 파편화된 메모의 즉각적인 지식화 및 카테고리 분류</a:t>
            </a:r>
          </a:p>
          <a:p>
            <a:pPr/>
            <a:r>
              <a:t>Compounding Intelligence: 시간이 흐를수록 정제되는 지식 베이스</a:t>
            </a:r>
          </a:p>
          <a:p>
            <a:pPr/>
            <a:r>
              <a:t>Semantic Matrix: 지식 간의 관계를 분석하여 전략 사각지대 탐지</a:t>
            </a:r>
          </a:p>
          <a:p>
            <a:pPr/>
            <a:r>
              <a:t>Action: actionable-refactor, gen-manifest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Governance: CSO Audit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Security Archaeology: 하드코딩된 Secret 및 취약한 라이브러리 탐지</a:t>
            </a:r>
          </a:p>
          <a:p>
            <a:pPr/>
            <a:r>
              <a:t>Chain of Custody: 인프라 변경 이력 및 보안 무결성 추적</a:t>
            </a:r>
          </a:p>
          <a:p>
            <a:pPr/>
            <a:r>
              <a:t>Guard &amp; Freeze Mode: 작업 범위를 제한하여 파괴적 변경 방지</a:t>
            </a:r>
          </a:p>
          <a:p>
            <a:pPr/>
            <a:r>
              <a:t>Skill: cso, careful, guard, freeze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Developer Experience (DX)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TTHW Optimization: 'Hello World' 도달 시간 최소화 설계</a:t>
            </a:r>
          </a:p>
          <a:p>
            <a:pPr/>
            <a:r>
              <a:t>Internal Comms: 팀 보고서, 리더십 업데이트용 통신 포맷 지원</a:t>
            </a:r>
          </a:p>
          <a:p>
            <a:pPr/>
            <a:r>
              <a:t>Office Hours: 디자인 씽킹 기반의 브레인스토밍 및 디자인 문서화</a:t>
            </a:r>
          </a:p>
          <a:p>
            <a:pPr/>
            <a:r>
              <a:t>Skill: devex-review, internal-comms, office-hours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Extensibility: Creating New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Skill Creator: gstack 생태계를 확장하기 위한 고유 스킬 개발</a:t>
            </a:r>
          </a:p>
          <a:p>
            <a:pPr/>
            <a:r>
              <a:t>Template Based: 일관된 인터페이스를 가진 스킬 구현 가이드</a:t>
            </a:r>
          </a:p>
          <a:p>
            <a:pPr/>
            <a:r>
              <a:t>MCP SDK: Node.js/Python 기반의 모델 컨텍스트 프로토콜 연동</a:t>
            </a:r>
          </a:p>
          <a:p>
            <a:pPr/>
            <a:r>
              <a:t>Skill: skill-creator, mcp-builder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Optimization &amp; Health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Retro: 주간 커밋 분석 및 팀 기여도 가시화</a:t>
            </a:r>
          </a:p>
          <a:p>
            <a:pPr/>
            <a:r>
              <a:t>Learn: 시행착오 및 운영 노하우의 영구 보존</a:t>
            </a:r>
          </a:p>
          <a:p>
            <a:pPr/>
            <a:r>
              <a:t>Upgrade: 최신 gstack 툴링으로의 자동 마이그레이션</a:t>
            </a:r>
          </a:p>
          <a:p>
            <a:pPr/>
            <a:r>
              <a:t>Skill: retro, learn, upgrade, health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The Iron Law of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Hypothesis Driven: 가정 수립 -&gt; 데이터 트레이스 -&gt; 근본 원인(RCA) 분석</a:t>
            </a:r>
          </a:p>
          <a:p>
            <a:pPr/>
            <a:r>
              <a:t>No YOLO Fix: 원인을 알지 못하는 상태에서의 수정(YOLO) 절대 금지</a:t>
            </a:r>
          </a:p>
          <a:p>
            <a:pPr/>
            <a:r>
              <a:t>Investigate Mode: 4단계 정밀 디버깅 루프 수행</a:t>
            </a:r>
          </a:p>
          <a:p>
            <a:pPr/>
            <a:r>
              <a:t>Skill: investigate (/analyze, /hypothesize)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Professional Builder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Technical Clarity: 명확한 데이터 기반의 소통</a:t>
            </a:r>
          </a:p>
          <a:p>
            <a:pPr/>
            <a:r>
              <a:t>No AI Slop: 의미 없는 사과나 감탄사 배제</a:t>
            </a:r>
          </a:p>
          <a:p>
            <a:pPr/>
            <a:r>
              <a:t>Decision Artifacts: 의사결정 과정을 문서화(Plan/Task/Walkthrough)하여 투명성 확보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Case Study: Rapid Web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기획: Office Hours를 통한 아이디어 구체화</a:t>
            </a:r>
          </a:p>
          <a:p>
            <a:pPr/>
            <a:r>
              <a:t>설계: CEO/Eng Review를 통해 10-star 가치 및 아키텍처 확정</a:t>
            </a:r>
          </a:p>
          <a:p>
            <a:pPr/>
            <a:r>
              <a:t>구현: Frontend Design &amp; HTML Finalization</a:t>
            </a:r>
          </a:p>
          <a:p>
            <a:pPr/>
            <a:r>
              <a:t>QA/Ship: 10분 내에 프로덕션 배포 완료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Case Study: Enterprise Security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감사: CSO Mode를 통해 온프레미스 인프라 취약점 스캔</a:t>
            </a:r>
          </a:p>
          <a:p>
            <a:pPr/>
            <a:r>
              <a:t>구축: Air-Gapped 보안 배지 및 신뢰 대시보드 적용</a:t>
            </a:r>
          </a:p>
          <a:p>
            <a:pPr/>
            <a:r>
              <a:t>검증: Canary &amp; Benchmark를 통한 실시간 안정성 입증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The Future: Agentic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Self-Healing Code: 스스로 버그를 고치는 자가 치유 시스템</a:t>
            </a:r>
          </a:p>
          <a:p>
            <a:pPr/>
            <a:r>
              <a:t>Distributed Brain: 여러 에이전트가 협업하는 분산형 지능 구조</a:t>
            </a:r>
          </a:p>
          <a:p>
            <a:pPr/>
            <a:r>
              <a:t>Real-time Knowledge Web: 전 세계 지식이 실시간으로 동기화되는 위키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Conclusion: Beyond AI Tools to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gstack은 단순한 도구가 아닌 사용자의 생각을 실행으로 옮기는 '뇌'입니다.</a:t>
            </a:r>
          </a:p>
          <a:p>
            <a:pPr/>
            <a:r>
              <a:t>Boil the Lake 철학으로 완성도 높은 미래를 함께 만듭니다.</a:t>
            </a:r>
          </a:p>
          <a:p>
            <a:pPr/>
            <a:r>
              <a:t>Contact: gstack support team | v1.0.2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